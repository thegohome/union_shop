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4E55-5E56-5372-BF03-7CE36E172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EF800-956B-2878-B0EC-95824702C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C5EFB-159F-F87C-9B41-6D6667225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505FF-3D9F-F8D3-86A4-2B610E075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1E54C-1A08-3CA5-9672-C027CB93F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31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30D91-768B-044C-BE07-623BE523B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1705-80B6-AD63-31B9-39D9C04AD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B4E3-C2D4-A3B5-0E69-F3D98D54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B9666-1033-FE46-DBCA-4EB1051A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D7149-2110-CC9B-BCD7-91C15D98D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21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9849-EA57-A49B-CA7C-95643DBA9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19D70-CA2F-889D-4B82-9CC715168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A37A5-DC3C-8DD6-A720-0005B520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3ED81-67D2-CC4B-D049-9CFF0108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5D20E-B9F2-3D52-D8E0-1ED6B6F0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45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C835-79E0-2CF1-98F9-A6C7444C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672FC-12AB-808C-1DB0-737F0A20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722A1-0573-D547-36BC-76AD4EC36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B71C0-E86F-E3CA-E3E3-66A06A5D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FB949-4539-6F01-EF8B-EBA9CE986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C5293-88FC-8D09-67FB-C583159D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01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1EAD-1F9C-3691-5067-E18472605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0123-A917-4EC1-8C6C-8B84D23A6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66369-113B-4B4A-B7C9-555EB5CE8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7FC49-AADC-1AD6-D4B2-7794BC3D3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012A6-6B79-545A-739C-71A94790F2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74AEBD-660D-2E5A-3E84-B23B69B0F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CD13BC-D8CE-ECC4-6EFC-F60499696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3C89E-F232-762C-E2AE-81DB061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73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99FA6-D14D-FA88-7410-501018DFF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BDB6A-9588-F2D3-AAA0-1B745158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BBCE2-8546-6EE3-CA2E-C40EF1D35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BA91D-D7AD-5B5D-7CA7-D9EC1321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674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C1E203-E830-EF81-3DDC-2F04438B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C97CA9-04E2-E40D-B9AD-6D6053886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82E7A-68BD-23F6-75FB-733BCBCE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085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5443-FD20-8B93-770C-F37C3886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CE944-B817-D63B-43FB-7E54ABD5E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6B0AA-2267-3927-C313-4DE1FFA53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6EDB8-1149-AD05-AF3C-365F5A23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2A214-87B9-CCD5-8AF8-D725D5106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33D1F-D7D8-8C19-6952-1130B0B30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011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061A-8BF2-D472-F911-3EA12A05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FB1E8-4456-8757-4AF4-2B9314E35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6FA04-2403-04F9-CBDF-57FD622F0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64453-4A38-115D-53EC-B6835E104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B154C-7BBA-EE31-29C0-0C2E33DE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6581E-CB59-0289-9B89-F367D3D6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833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56BE-BD31-EE1E-99FB-5A9F8D4D9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D59EC-39E1-AC1C-E456-C34D1C1A0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3A44B-EDB4-6B04-988B-F52F8A45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707B2-DBAD-A4B6-7C9B-A78DD28C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3992C-E9CB-EC1C-4608-B6ECB7749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037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818DDD-303C-4D03-9DE1-01717A7D7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4B28B-37D3-7820-D96C-D56467B22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8E15D-1A85-82B4-89AE-B14211368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62DAE-0FC7-6741-4547-D65BCC5F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44226-FE98-34A3-3C5B-0FB98EED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72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E24265-2059-F109-C5E0-62538D480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93146-61CA-19B6-463B-836C8607C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D8E79-51F2-192E-1165-AC41704A4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CF0F8-456D-48E7-8074-3EB064CC991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73B41-424A-DDC5-51A8-ABE8E7ECD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0D020-4CB3-2FA7-0A2A-4B64E441E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22356-6A00-41D0-9267-533BB4A4A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90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8C16FF-E878-1DB2-B936-61DCC4A23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474" y="2119674"/>
            <a:ext cx="2795225" cy="27952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5092AC-1AAE-8B7D-C802-4E8070211A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91474" y="2119674"/>
            <a:ext cx="2795225" cy="27952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84770CA-1134-E161-418A-C195D942DF27}"/>
              </a:ext>
            </a:extLst>
          </p:cNvPr>
          <p:cNvSpPr/>
          <p:nvPr/>
        </p:nvSpPr>
        <p:spPr>
          <a:xfrm>
            <a:off x="5549774" y="2009869"/>
            <a:ext cx="2335794" cy="2987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Union</a:t>
            </a:r>
          </a:p>
          <a:p>
            <a:pPr algn="ctr"/>
            <a:r>
              <a:rPr lang="en-GB" dirty="0"/>
              <a:t>Print Shack</a:t>
            </a:r>
          </a:p>
          <a:p>
            <a:pPr algn="ctr"/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FCEC32-0815-1674-0353-1D49B21AE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24" y="3406773"/>
            <a:ext cx="8443692" cy="31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09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8163BE-7557-02C9-0C0B-4612B2A72110}"/>
              </a:ext>
            </a:extLst>
          </p:cNvPr>
          <p:cNvSpPr/>
          <p:nvPr/>
        </p:nvSpPr>
        <p:spPr>
          <a:xfrm>
            <a:off x="5019675" y="3358836"/>
            <a:ext cx="3105150" cy="1213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A6B7A-04B9-43FE-1935-6A04C76B478D}"/>
              </a:ext>
            </a:extLst>
          </p:cNvPr>
          <p:cNvSpPr txBox="1"/>
          <p:nvPr/>
        </p:nvSpPr>
        <p:spPr>
          <a:xfrm>
            <a:off x="2118511" y="1448554"/>
            <a:ext cx="6790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solidFill>
                  <a:srgbClr val="7030A0"/>
                </a:solidFill>
                <a:latin typeface="Impact" panose="020B0806030902050204" pitchFamily="34" charset="0"/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32EC9-83DB-843E-2E79-E7AE31B6FCE4}"/>
              </a:ext>
            </a:extLst>
          </p:cNvPr>
          <p:cNvSpPr txBox="1"/>
          <p:nvPr/>
        </p:nvSpPr>
        <p:spPr>
          <a:xfrm>
            <a:off x="2679825" y="1530035"/>
            <a:ext cx="27250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solidFill>
                  <a:srgbClr val="7030A0"/>
                </a:solidFill>
                <a:latin typeface="Blackadder ITC" panose="04020505051007020D02" pitchFamily="82" charset="0"/>
              </a:rPr>
              <a:t>Union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DC03EA-7417-904B-95A0-568EA389E1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78" t="18696" r="13693" b="34758"/>
          <a:stretch/>
        </p:blipFill>
        <p:spPr>
          <a:xfrm>
            <a:off x="5205743" y="3494638"/>
            <a:ext cx="2788467" cy="86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02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Blackadder ITC</vt:lpstr>
      <vt:lpstr>Impact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Nickyyl Sharma</dc:creator>
  <cp:lastModifiedBy>Nickyyl Sharma</cp:lastModifiedBy>
  <cp:revision>1</cp:revision>
  <dcterms:created xsi:type="dcterms:W3CDTF">2025-12-05T02:15:20Z</dcterms:created>
  <dcterms:modified xsi:type="dcterms:W3CDTF">2025-12-05T03:40:40Z</dcterms:modified>
</cp:coreProperties>
</file>