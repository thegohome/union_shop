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54E55-5E56-5372-BF03-7CE36E1728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EF800-956B-2878-B0EC-95824702C2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6C5EFB-159F-F87C-9B41-6D6667225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505FF-3D9F-F8D3-86A4-2B610E075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1E54C-1A08-3CA5-9672-C027CB93F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318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30D91-768B-044C-BE07-623BE523B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1705-80B6-AD63-31B9-39D9C04AD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B4E3-C2D4-A3B5-0E69-F3D98D548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B9666-1033-FE46-DBCA-4EB1051A7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D7149-2110-CC9B-BCD7-91C15D98D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0213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39849-EA57-A49B-CA7C-95643DBA9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19D70-CA2F-889D-4B82-9CC715168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A37A5-DC3C-8DD6-A720-0005B5209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3ED81-67D2-CC4B-D049-9CFF01086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5D20E-B9F2-3D52-D8E0-1ED6B6F04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6457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BC835-79E0-2CF1-98F9-A6C7444CF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672FC-12AB-808C-1DB0-737F0A20C1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8722A1-0573-D547-36BC-76AD4EC360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AB71C0-E86F-E3CA-E3E3-66A06A5DC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1FB949-4539-6F01-EF8B-EBA9CE986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6C5293-88FC-8D09-67FB-C583159D1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0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01EAD-1F9C-3691-5067-E18472605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50123-A917-4EC1-8C6C-8B84D23A6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366369-113B-4B4A-B7C9-555EB5CE8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77FC49-AADC-1AD6-D4B2-7794BC3D3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012A6-6B79-545A-739C-71A94790F2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74AEBD-660D-2E5A-3E84-B23B69B0F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CD13BC-D8CE-ECC4-6EFC-F60499696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3C89E-F232-762C-E2AE-81DB0616D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3737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99FA6-D14D-FA88-7410-501018DFF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2BDB6A-9588-F2D3-AAA0-1B745158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BBCE2-8546-6EE3-CA2E-C40EF1D35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BA91D-D7AD-5B5D-7CA7-D9EC1321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674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C1E203-E830-EF81-3DDC-2F04438BF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C97CA9-04E2-E40D-B9AD-6D6053886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82E7A-68BD-23F6-75FB-733BCBCE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85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B5443-FD20-8B93-770C-F37C3886A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CE944-B817-D63B-43FB-7E54ABD5E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16B0AA-2267-3927-C313-4DE1FFA53D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C6EDB8-1149-AD05-AF3C-365F5A236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2A214-87B9-CCD5-8AF8-D725D510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333D1F-D7D8-8C19-6952-1130B0B30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5011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5061A-8BF2-D472-F911-3EA12A05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DFB1E8-4456-8757-4AF4-2B9314E353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26FA04-2403-04F9-CBDF-57FD622F0D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D64453-4A38-115D-53EC-B6835E10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7B154C-7BBA-EE31-29C0-0C2E33DE5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46581E-CB59-0289-9B89-F367D3D6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833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856BE-BD31-EE1E-99FB-5A9F8D4D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5D59EC-39E1-AC1C-E456-C34D1C1A0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3A44B-EDB4-6B04-988B-F52F8A45D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707B2-DBAD-A4B6-7C9B-A78DD28C3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3992C-E9CB-EC1C-4608-B6ECB774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7037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818DDD-303C-4D03-9DE1-01717A7D7A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F4B28B-37D3-7820-D96C-D56467B22B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8E15D-1A85-82B4-89AE-B14211368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62DAE-0FC7-6741-4547-D65BCC5F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44226-FE98-34A3-3C5B-0FB98EED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722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E24265-2059-F109-C5E0-62538D480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93146-61CA-19B6-463B-836C8607C1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D8E79-51F2-192E-1165-AC41704A47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DCF0F8-456D-48E7-8074-3EB064CC9911}" type="datetimeFigureOut">
              <a:rPr lang="en-GB" smtClean="0"/>
              <a:t>05/12/2025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B73B41-424A-DDC5-51A8-ABE8E7ECD8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0D020-4CB3-2FA7-0A2A-4B64E441E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D22356-6A00-41D0-9267-533BB4A4AA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590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A8C16FF-E878-1DB2-B936-61DCC4A23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4" y="2119674"/>
            <a:ext cx="2795225" cy="27952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5092AC-1AAE-8B7D-C802-4E8070211A5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91474" y="2119674"/>
            <a:ext cx="2795225" cy="27952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84770CA-1134-E161-418A-C195D942DF27}"/>
              </a:ext>
            </a:extLst>
          </p:cNvPr>
          <p:cNvSpPr/>
          <p:nvPr/>
        </p:nvSpPr>
        <p:spPr>
          <a:xfrm>
            <a:off x="5549774" y="2009869"/>
            <a:ext cx="2335794" cy="29876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The Union</a:t>
            </a:r>
          </a:p>
          <a:p>
            <a:pPr algn="ctr"/>
            <a:r>
              <a:rPr lang="en-GB" dirty="0"/>
              <a:t>Print Shack</a:t>
            </a:r>
          </a:p>
          <a:p>
            <a:pPr algn="ctr"/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1FCEC32-0815-1674-0353-1D49B21AE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924" y="3406773"/>
            <a:ext cx="8443692" cy="310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50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8163BE-7557-02C9-0C0B-4612B2A72110}"/>
              </a:ext>
            </a:extLst>
          </p:cNvPr>
          <p:cNvSpPr/>
          <p:nvPr/>
        </p:nvSpPr>
        <p:spPr>
          <a:xfrm>
            <a:off x="5019675" y="3358836"/>
            <a:ext cx="3105150" cy="12131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A6B7A-04B9-43FE-1935-6A04C76B478D}"/>
              </a:ext>
            </a:extLst>
          </p:cNvPr>
          <p:cNvSpPr txBox="1"/>
          <p:nvPr/>
        </p:nvSpPr>
        <p:spPr>
          <a:xfrm>
            <a:off x="2118511" y="1448554"/>
            <a:ext cx="67901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600" dirty="0">
                <a:solidFill>
                  <a:srgbClr val="7030A0"/>
                </a:solidFill>
                <a:latin typeface="Impact" panose="020B0806030902050204" pitchFamily="34" charset="0"/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32EC9-83DB-843E-2E79-E7AE31B6FCE4}"/>
              </a:ext>
            </a:extLst>
          </p:cNvPr>
          <p:cNvSpPr txBox="1"/>
          <p:nvPr/>
        </p:nvSpPr>
        <p:spPr>
          <a:xfrm>
            <a:off x="2679825" y="1530035"/>
            <a:ext cx="272509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600" dirty="0">
                <a:solidFill>
                  <a:srgbClr val="7030A0"/>
                </a:solidFill>
                <a:latin typeface="Blackadder ITC" panose="04020505051007020D02" pitchFamily="82" charset="0"/>
              </a:rPr>
              <a:t>Union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DC03EA-7417-904B-95A0-568EA389E1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78" t="18696" r="13693" b="34758"/>
          <a:stretch/>
        </p:blipFill>
        <p:spPr>
          <a:xfrm>
            <a:off x="5205743" y="3494638"/>
            <a:ext cx="2788467" cy="865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40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9ADC63-301D-F717-1C77-D7858CCFBFE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214589" y="1965833"/>
            <a:ext cx="2926334" cy="29263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1A9DB4-B6C8-3F1C-7576-E481C7367F8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046621" y="-335534"/>
            <a:ext cx="2926334" cy="29263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DC9181-24A4-8808-538A-450582BE1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9846" y="2804034"/>
            <a:ext cx="2926334" cy="29263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58833C-6E08-7C63-DBAE-09A6B690696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39076" y="1577194"/>
            <a:ext cx="2926334" cy="29263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864658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A82378-C934-CB6B-65BB-D247615D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75551" y="2543175"/>
            <a:ext cx="2885179" cy="28919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89830C-6FBE-6925-D4F7-1F95B3F6604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06830" y="2616640"/>
            <a:ext cx="2885179" cy="28919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873691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63C75F-78AA-DB4A-3FC2-71A86AAA34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520047" y="1853047"/>
            <a:ext cx="3151905" cy="315190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246428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B594A1-134E-5CCB-1625-425AB2ED86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06147" y="1647825"/>
            <a:ext cx="3478476" cy="348739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A83597-09EB-0110-1765-02C0914FA5C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40532" y="2644272"/>
            <a:ext cx="3478476" cy="348739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5A6FBE-7511-6717-0162-57DEBBF7F2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-489428" y="-173319"/>
            <a:ext cx="3478476" cy="348739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89955A-D0FA-F6F4-7CC9-0D2DE607828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C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09688" y="705019"/>
            <a:ext cx="3478476" cy="348739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042393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E680A7-96BC-A6F7-52E2-19AF403EB84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6633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821825" y="2154825"/>
            <a:ext cx="2548349" cy="254834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A50C47-A316-2A7F-F797-8BED6019F0D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9342" y="1619162"/>
            <a:ext cx="2548349" cy="254834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438365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51E1A55-B346-2BC1-2B5C-DA01D7D022F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64680" y="3222321"/>
            <a:ext cx="1757880" cy="175788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251272-FA06-91AC-D437-5CB387AAFAF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lasticWrap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15445" y="3222321"/>
            <a:ext cx="1757880" cy="175788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7906082-FA04-57A3-6D73-2C6B80C671DA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670080" y="786064"/>
            <a:ext cx="1757880" cy="175788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BA72C5D-10D8-CC0D-98DC-3BBA0E15D4FA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64681" y="1366281"/>
            <a:ext cx="1757880" cy="175788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14FFC97-681D-2CCA-078C-2F51430F0A4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654134" y="1243304"/>
            <a:ext cx="1757880" cy="175788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513564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56D0A0F-30E2-4DC8-2AC8-1D67CFF88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107" y="630795"/>
            <a:ext cx="2560542" cy="255444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C6E37D-0DFB-D2F4-DBDE-34D2BD08C6E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36445" y="3399575"/>
            <a:ext cx="2560542" cy="255444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44149D-3717-6A1A-E0C7-DFAA2694F7D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02414" y="1080451"/>
            <a:ext cx="2560542" cy="255444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28455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8A40F7C-F3DA-A1DA-D78A-F3AFA42D5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586" y="1700634"/>
            <a:ext cx="3462828" cy="345673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0DFAFA-EF30-6DBE-544D-6D21FA5F2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84" y="1700634"/>
            <a:ext cx="3462828" cy="345673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29DDBA-2D76-C2FC-6719-AB63B8CCBC04}"/>
              </a:ext>
            </a:extLst>
          </p:cNvPr>
          <p:cNvSpPr txBox="1"/>
          <p:nvPr/>
        </p:nvSpPr>
        <p:spPr>
          <a:xfrm rot="18860337">
            <a:off x="1548143" y="3476530"/>
            <a:ext cx="1457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>
                <a:solidFill>
                  <a:schemeClr val="bg1"/>
                </a:solidFill>
              </a:rPr>
              <a:t>p</a:t>
            </a:r>
            <a:r>
              <a:rPr lang="en-GB" dirty="0">
                <a:solidFill>
                  <a:schemeClr val="bg1"/>
                </a:solidFill>
              </a:rPr>
              <a:t>encil</a:t>
            </a:r>
          </a:p>
        </p:txBody>
      </p:sp>
    </p:spTree>
    <p:extLst>
      <p:ext uri="{BB962C8B-B14F-4D97-AF65-F5344CB8AC3E}">
        <p14:creationId xmlns:p14="http://schemas.microsoft.com/office/powerpoint/2010/main" val="3482999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657347-7A74-B5E1-9FEB-A915567ED05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638929" y="1971929"/>
            <a:ext cx="2914141" cy="29141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463620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</Words>
  <Application>Microsoft Office PowerPoint</Application>
  <PresentationFormat>Widescreen</PresentationFormat>
  <Paragraphs>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Blackadder ITC</vt:lpstr>
      <vt:lpstr>Impact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Nickyyl Sharma</dc:creator>
  <cp:lastModifiedBy>Nickyyl Sharma</cp:lastModifiedBy>
  <cp:revision>2</cp:revision>
  <dcterms:created xsi:type="dcterms:W3CDTF">2025-12-05T02:15:20Z</dcterms:created>
  <dcterms:modified xsi:type="dcterms:W3CDTF">2025-12-05T12:08:14Z</dcterms:modified>
</cp:coreProperties>
</file>